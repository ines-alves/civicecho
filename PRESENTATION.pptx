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Arimo"/>
      <p:regular r:id="rId22"/>
      <p:bold r:id="rId23"/>
      <p:italic r:id="rId24"/>
      <p:boldItalic r:id="rId25"/>
    </p:embeddedFont>
    <p:embeddedFont>
      <p:font typeface="DM Serif Text"/>
      <p:regular r:id="rId26"/>
      <p: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Arim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Arimo-italic.fntdata"/><Relationship Id="rId23" Type="http://schemas.openxmlformats.org/officeDocument/2006/relationships/font" Target="fonts/Arim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erifText-regular.fntdata"/><Relationship Id="rId25" Type="http://schemas.openxmlformats.org/officeDocument/2006/relationships/font" Target="fonts/Arimo-boldItalic.fntdata"/><Relationship Id="rId27" Type="http://schemas.openxmlformats.org/officeDocument/2006/relationships/font" Target="fonts/DMSerifTex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b49d920053_5_12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b49d920053_5_12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49d920053_5_12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b49d920053_5_12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b49d920053_5_12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b49d920053_5_12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b49d920053_1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b49d920053_1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49d920053_5_12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b49d920053_5_12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49d920053_1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b49d920053_1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49d920053_5_12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b49d920053_5_12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49d920053_1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b49d920053_1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49d920053_1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b49d920053_1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b49d920053_1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b49d920053_1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b49d920053_1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b49d920053_1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b49d920053_1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b49d920053_1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715100" y="1012438"/>
            <a:ext cx="6251100" cy="157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0" y="3721563"/>
            <a:ext cx="38568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0" y="4608500"/>
            <a:ext cx="9144000" cy="5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800388" y="-8450"/>
            <a:ext cx="13" cy="5152025"/>
            <a:chOff x="8800388" y="-8450"/>
            <a:chExt cx="13" cy="5152025"/>
          </a:xfrm>
        </p:grpSpPr>
        <p:cxnSp>
          <p:nvCxnSpPr>
            <p:cNvPr id="14" name="Google Shape;14;p2"/>
            <p:cNvCxnSpPr/>
            <p:nvPr/>
          </p:nvCxnSpPr>
          <p:spPr>
            <a:xfrm rot="10800000">
              <a:off x="8800400" y="-8450"/>
              <a:ext cx="0" cy="4616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800388" y="4608975"/>
              <a:ext cx="0" cy="534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" name="Google Shape;16;p2"/>
          <p:cNvGrpSpPr/>
          <p:nvPr/>
        </p:nvGrpSpPr>
        <p:grpSpPr>
          <a:xfrm>
            <a:off x="320975" y="4733475"/>
            <a:ext cx="394125" cy="271800"/>
            <a:chOff x="215225" y="4734875"/>
            <a:chExt cx="394125" cy="271800"/>
          </a:xfrm>
        </p:grpSpPr>
        <p:sp>
          <p:nvSpPr>
            <p:cNvPr id="17" name="Google Shape;17;p2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0" y="1478750"/>
            <a:ext cx="9144000" cy="366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" name="Google Shape;22;p3"/>
          <p:cNvGrpSpPr/>
          <p:nvPr/>
        </p:nvGrpSpPr>
        <p:grpSpPr>
          <a:xfrm>
            <a:off x="320975" y="4739233"/>
            <a:ext cx="394125" cy="271800"/>
            <a:chOff x="215225" y="4734875"/>
            <a:chExt cx="394125" cy="271800"/>
          </a:xfrm>
        </p:grpSpPr>
        <p:sp>
          <p:nvSpPr>
            <p:cNvPr id="23" name="Google Shape;23;p3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" name="Google Shape;25;p3"/>
          <p:cNvGrpSpPr/>
          <p:nvPr/>
        </p:nvGrpSpPr>
        <p:grpSpPr>
          <a:xfrm>
            <a:off x="8800950" y="-75"/>
            <a:ext cx="0" cy="5152275"/>
            <a:chOff x="8804325" y="-75"/>
            <a:chExt cx="0" cy="5152275"/>
          </a:xfrm>
        </p:grpSpPr>
        <p:cxnSp>
          <p:nvCxnSpPr>
            <p:cNvPr id="26" name="Google Shape;26;p3"/>
            <p:cNvCxnSpPr/>
            <p:nvPr/>
          </p:nvCxnSpPr>
          <p:spPr>
            <a:xfrm rot="10800000">
              <a:off x="8804325" y="1477500"/>
              <a:ext cx="0" cy="3674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" name="Google Shape;27;p3"/>
            <p:cNvCxnSpPr/>
            <p:nvPr/>
          </p:nvCxnSpPr>
          <p:spPr>
            <a:xfrm rot="10800000">
              <a:off x="8804325" y="-75"/>
              <a:ext cx="0" cy="147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" name="Google Shape;28;p3"/>
          <p:cNvSpPr txBox="1"/>
          <p:nvPr>
            <p:ph type="title"/>
          </p:nvPr>
        </p:nvSpPr>
        <p:spPr>
          <a:xfrm>
            <a:off x="4485400" y="1809175"/>
            <a:ext cx="3943500" cy="9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p3"/>
          <p:cNvSpPr txBox="1"/>
          <p:nvPr>
            <p:ph hasCustomPrompt="1" idx="2" type="title"/>
          </p:nvPr>
        </p:nvSpPr>
        <p:spPr>
          <a:xfrm>
            <a:off x="715100" y="535000"/>
            <a:ext cx="1117500" cy="943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" name="Google Shape;34;p4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" name="Google Shape;35;p4"/>
          <p:cNvGrpSpPr/>
          <p:nvPr/>
        </p:nvGrpSpPr>
        <p:grpSpPr>
          <a:xfrm rot="5400000">
            <a:off x="8589425" y="4564550"/>
            <a:ext cx="394125" cy="271800"/>
            <a:chOff x="215225" y="4734875"/>
            <a:chExt cx="394125" cy="271800"/>
          </a:xfrm>
        </p:grpSpPr>
        <p:sp>
          <p:nvSpPr>
            <p:cNvPr id="36" name="Google Shape;36;p4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" name="Google Shape;38;p4"/>
          <p:cNvGrpSpPr/>
          <p:nvPr/>
        </p:nvGrpSpPr>
        <p:grpSpPr>
          <a:xfrm>
            <a:off x="0" y="-8275"/>
            <a:ext cx="9152325" cy="5153700"/>
            <a:chOff x="0" y="-8275"/>
            <a:chExt cx="9152325" cy="5153700"/>
          </a:xfrm>
        </p:grpSpPr>
        <p:cxnSp>
          <p:nvCxnSpPr>
            <p:cNvPr id="39" name="Google Shape;39;p4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" name="Google Shape;40;p4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" name="Google Shape;41;p4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5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 flipH="1">
            <a:off x="1926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" name="Google Shape;45;p5"/>
          <p:cNvGrpSpPr/>
          <p:nvPr/>
        </p:nvGrpSpPr>
        <p:grpSpPr>
          <a:xfrm flipH="1" rot="-5400000">
            <a:off x="162316" y="2435865"/>
            <a:ext cx="394125" cy="271746"/>
            <a:chOff x="215225" y="4734875"/>
            <a:chExt cx="394125" cy="271800"/>
          </a:xfrm>
        </p:grpSpPr>
        <p:sp>
          <p:nvSpPr>
            <p:cNvPr id="46" name="Google Shape;46;p5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" name="Google Shape;48;p5"/>
          <p:cNvGrpSpPr/>
          <p:nvPr/>
        </p:nvGrpSpPr>
        <p:grpSpPr>
          <a:xfrm>
            <a:off x="973" y="-8375"/>
            <a:ext cx="9143739" cy="5152800"/>
            <a:chOff x="973" y="-8375"/>
            <a:chExt cx="9143739" cy="5152800"/>
          </a:xfrm>
        </p:grpSpPr>
        <p:cxnSp>
          <p:nvCxnSpPr>
            <p:cNvPr id="49" name="Google Shape;49;p5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" type="subTitle"/>
          </p:nvPr>
        </p:nvSpPr>
        <p:spPr>
          <a:xfrm>
            <a:off x="4923250" y="2421751"/>
            <a:ext cx="2505600" cy="15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subTitle"/>
          </p:nvPr>
        </p:nvSpPr>
        <p:spPr>
          <a:xfrm>
            <a:off x="1715375" y="2421750"/>
            <a:ext cx="2505600" cy="15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3" type="subTitle"/>
          </p:nvPr>
        </p:nvSpPr>
        <p:spPr>
          <a:xfrm>
            <a:off x="1715375" y="1771890"/>
            <a:ext cx="250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4" type="subTitle"/>
          </p:nvPr>
        </p:nvSpPr>
        <p:spPr>
          <a:xfrm>
            <a:off x="4923250" y="1771900"/>
            <a:ext cx="250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6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" name="Google Shape;60;p6"/>
          <p:cNvGrpSpPr/>
          <p:nvPr/>
        </p:nvGrpSpPr>
        <p:grpSpPr>
          <a:xfrm>
            <a:off x="0" y="-14925"/>
            <a:ext cx="9151800" cy="5158500"/>
            <a:chOff x="0" y="-14925"/>
            <a:chExt cx="9151800" cy="5158500"/>
          </a:xfrm>
        </p:grpSpPr>
        <p:cxnSp>
          <p:nvCxnSpPr>
            <p:cNvPr id="61" name="Google Shape;61;p6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6"/>
            <p:cNvCxnSpPr/>
            <p:nvPr/>
          </p:nvCxnSpPr>
          <p:spPr>
            <a:xfrm rot="10800000">
              <a:off x="343050" y="533475"/>
              <a:ext cx="0" cy="461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6"/>
            <p:cNvCxnSpPr/>
            <p:nvPr/>
          </p:nvCxnSpPr>
          <p:spPr>
            <a:xfrm rot="10800000">
              <a:off x="343050" y="-14925"/>
              <a:ext cx="0" cy="54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4" name="Google Shape;64;p6"/>
          <p:cNvGrpSpPr/>
          <p:nvPr/>
        </p:nvGrpSpPr>
        <p:grpSpPr>
          <a:xfrm>
            <a:off x="8603888" y="123825"/>
            <a:ext cx="394125" cy="271800"/>
            <a:chOff x="215225" y="4734875"/>
            <a:chExt cx="394125" cy="271800"/>
          </a:xfrm>
        </p:grpSpPr>
        <p:sp>
          <p:nvSpPr>
            <p:cNvPr id="65" name="Google Shape;65;p6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7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 txBox="1"/>
          <p:nvPr>
            <p:ph type="title"/>
          </p:nvPr>
        </p:nvSpPr>
        <p:spPr>
          <a:xfrm>
            <a:off x="720000" y="1042800"/>
            <a:ext cx="3852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720000" y="1615500"/>
            <a:ext cx="3852000" cy="24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7"/>
          <p:cNvSpPr/>
          <p:nvPr>
            <p:ph idx="2" type="pic"/>
          </p:nvPr>
        </p:nvSpPr>
        <p:spPr>
          <a:xfrm>
            <a:off x="5304925" y="681375"/>
            <a:ext cx="3123900" cy="37806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7"/>
          <p:cNvSpPr/>
          <p:nvPr/>
        </p:nvSpPr>
        <p:spPr>
          <a:xfrm>
            <a:off x="0" y="4608500"/>
            <a:ext cx="9144000" cy="5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" name="Google Shape;74;p7"/>
          <p:cNvGrpSpPr/>
          <p:nvPr/>
        </p:nvGrpSpPr>
        <p:grpSpPr>
          <a:xfrm>
            <a:off x="4374925" y="4740200"/>
            <a:ext cx="394125" cy="271800"/>
            <a:chOff x="215225" y="4734875"/>
            <a:chExt cx="394125" cy="271800"/>
          </a:xfrm>
        </p:grpSpPr>
        <p:sp>
          <p:nvSpPr>
            <p:cNvPr id="75" name="Google Shape;75;p7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" name="Google Shape;77;p7"/>
          <p:cNvGrpSpPr/>
          <p:nvPr/>
        </p:nvGrpSpPr>
        <p:grpSpPr>
          <a:xfrm>
            <a:off x="-6303" y="-673"/>
            <a:ext cx="9170700" cy="5161600"/>
            <a:chOff x="-6303" y="-673"/>
            <a:chExt cx="9170700" cy="5161600"/>
          </a:xfrm>
        </p:grpSpPr>
        <p:grpSp>
          <p:nvGrpSpPr>
            <p:cNvPr id="78" name="Google Shape;78;p7"/>
            <p:cNvGrpSpPr/>
            <p:nvPr/>
          </p:nvGrpSpPr>
          <p:grpSpPr>
            <a:xfrm>
              <a:off x="8800938" y="-673"/>
              <a:ext cx="13" cy="5161600"/>
              <a:chOff x="8800938" y="-18025"/>
              <a:chExt cx="13" cy="5161600"/>
            </a:xfrm>
          </p:grpSpPr>
          <p:cxnSp>
            <p:nvCxnSpPr>
              <p:cNvPr id="79" name="Google Shape;79;p7"/>
              <p:cNvCxnSpPr/>
              <p:nvPr/>
            </p:nvCxnSpPr>
            <p:spPr>
              <a:xfrm rot="10800000">
                <a:off x="8800950" y="-18025"/>
                <a:ext cx="0" cy="461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" name="Google Shape;80;p7"/>
              <p:cNvCxnSpPr/>
              <p:nvPr/>
            </p:nvCxnSpPr>
            <p:spPr>
              <a:xfrm rot="10800000">
                <a:off x="8800938" y="4590975"/>
                <a:ext cx="0" cy="55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81" name="Google Shape;81;p7"/>
            <p:cNvCxnSpPr/>
            <p:nvPr/>
          </p:nvCxnSpPr>
          <p:spPr>
            <a:xfrm>
              <a:off x="-6303" y="251525"/>
              <a:ext cx="9170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8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 txBox="1"/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5" name="Google Shape;85;p8"/>
          <p:cNvSpPr/>
          <p:nvPr/>
        </p:nvSpPr>
        <p:spPr>
          <a:xfrm flipH="1">
            <a:off x="1926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" name="Google Shape;86;p8"/>
          <p:cNvGrpSpPr/>
          <p:nvPr/>
        </p:nvGrpSpPr>
        <p:grpSpPr>
          <a:xfrm flipH="1" rot="-5400000">
            <a:off x="162316" y="2435865"/>
            <a:ext cx="394125" cy="271746"/>
            <a:chOff x="215225" y="4734875"/>
            <a:chExt cx="394125" cy="271800"/>
          </a:xfrm>
        </p:grpSpPr>
        <p:sp>
          <p:nvSpPr>
            <p:cNvPr id="87" name="Google Shape;87;p8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973" y="-8375"/>
            <a:ext cx="9143739" cy="5152800"/>
            <a:chOff x="973" y="-8375"/>
            <a:chExt cx="9143739" cy="5152800"/>
          </a:xfrm>
        </p:grpSpPr>
        <p:cxnSp>
          <p:nvCxnSpPr>
            <p:cNvPr id="90" name="Google Shape;90;p8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" name="Google Shape;91;p8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8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9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 txBox="1"/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9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" name="Google Shape;98;p9"/>
          <p:cNvGrpSpPr/>
          <p:nvPr/>
        </p:nvGrpSpPr>
        <p:grpSpPr>
          <a:xfrm>
            <a:off x="4374800" y="123825"/>
            <a:ext cx="394125" cy="271800"/>
            <a:chOff x="215225" y="4734875"/>
            <a:chExt cx="394125" cy="271800"/>
          </a:xfrm>
        </p:grpSpPr>
        <p:sp>
          <p:nvSpPr>
            <p:cNvPr id="99" name="Google Shape;99;p9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" name="Google Shape;101;p9"/>
          <p:cNvGrpSpPr/>
          <p:nvPr/>
        </p:nvGrpSpPr>
        <p:grpSpPr>
          <a:xfrm>
            <a:off x="0" y="-11550"/>
            <a:ext cx="9151800" cy="5156975"/>
            <a:chOff x="0" y="-11550"/>
            <a:chExt cx="9151800" cy="5156975"/>
          </a:xfrm>
        </p:grpSpPr>
        <p:cxnSp>
          <p:nvCxnSpPr>
            <p:cNvPr id="102" name="Google Shape;102;p9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3" name="Google Shape;103;p9"/>
            <p:cNvGrpSpPr/>
            <p:nvPr/>
          </p:nvGrpSpPr>
          <p:grpSpPr>
            <a:xfrm>
              <a:off x="343300" y="-11550"/>
              <a:ext cx="0" cy="5156975"/>
              <a:chOff x="343300" y="-11550"/>
              <a:chExt cx="0" cy="5156975"/>
            </a:xfrm>
          </p:grpSpPr>
          <p:cxnSp>
            <p:nvCxnSpPr>
              <p:cNvPr id="104" name="Google Shape;104;p9"/>
              <p:cNvCxnSpPr/>
              <p:nvPr/>
            </p:nvCxnSpPr>
            <p:spPr>
              <a:xfrm rot="10800000">
                <a:off x="343300" y="533225"/>
                <a:ext cx="0" cy="461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" name="Google Shape;105;p9"/>
              <p:cNvCxnSpPr/>
              <p:nvPr/>
            </p:nvCxnSpPr>
            <p:spPr>
              <a:xfrm rot="10800000">
                <a:off x="343300" y="-11550"/>
                <a:ext cx="0" cy="54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/>
          <p:nvPr>
            <p:ph idx="2" type="pic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0"/>
          <p:cNvSpPr txBox="1"/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1"/>
          <p:cNvSpPr/>
          <p:nvPr/>
        </p:nvSpPr>
        <p:spPr>
          <a:xfrm>
            <a:off x="0" y="0"/>
            <a:ext cx="9144000" cy="398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11"/>
          <p:cNvGrpSpPr/>
          <p:nvPr/>
        </p:nvGrpSpPr>
        <p:grpSpPr>
          <a:xfrm rot="5400000">
            <a:off x="145975" y="1971996"/>
            <a:ext cx="394125" cy="271800"/>
            <a:chOff x="215225" y="4734875"/>
            <a:chExt cx="394125" cy="271800"/>
          </a:xfrm>
        </p:grpSpPr>
        <p:sp>
          <p:nvSpPr>
            <p:cNvPr id="113" name="Google Shape;113;p11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8800350" y="-25"/>
            <a:ext cx="600" cy="5152225"/>
            <a:chOff x="8803725" y="-25"/>
            <a:chExt cx="600" cy="5152225"/>
          </a:xfrm>
        </p:grpSpPr>
        <p:cxnSp>
          <p:nvCxnSpPr>
            <p:cNvPr id="116" name="Google Shape;116;p11"/>
            <p:cNvCxnSpPr/>
            <p:nvPr/>
          </p:nvCxnSpPr>
          <p:spPr>
            <a:xfrm rot="10800000">
              <a:off x="8803725" y="3979800"/>
              <a:ext cx="600" cy="1172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" name="Google Shape;117;p11"/>
            <p:cNvCxnSpPr/>
            <p:nvPr/>
          </p:nvCxnSpPr>
          <p:spPr>
            <a:xfrm rot="10800000">
              <a:off x="8804325" y="-25"/>
              <a:ext cx="0" cy="3978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8" name="Google Shape;118;p11"/>
          <p:cNvSpPr txBox="1"/>
          <p:nvPr>
            <p:ph hasCustomPrompt="1" type="title"/>
          </p:nvPr>
        </p:nvSpPr>
        <p:spPr>
          <a:xfrm>
            <a:off x="1660950" y="1484200"/>
            <a:ext cx="5822100" cy="124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9" name="Google Shape;119;p11"/>
          <p:cNvSpPr txBox="1"/>
          <p:nvPr>
            <p:ph idx="1" type="subTitle"/>
          </p:nvPr>
        </p:nvSpPr>
        <p:spPr>
          <a:xfrm>
            <a:off x="1660950" y="2731600"/>
            <a:ext cx="5822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3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hasCustomPrompt="1" idx="2" type="title"/>
          </p:nvPr>
        </p:nvSpPr>
        <p:spPr>
          <a:xfrm>
            <a:off x="720000" y="1779523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/>
          <p:nvPr>
            <p:ph hasCustomPrompt="1" idx="3" type="title"/>
          </p:nvPr>
        </p:nvSpPr>
        <p:spPr>
          <a:xfrm>
            <a:off x="720000" y="321284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/>
          <p:nvPr>
            <p:ph hasCustomPrompt="1" idx="4" type="title"/>
          </p:nvPr>
        </p:nvSpPr>
        <p:spPr>
          <a:xfrm>
            <a:off x="3419275" y="1779523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/>
          <p:nvPr>
            <p:ph hasCustomPrompt="1" idx="5" type="title"/>
          </p:nvPr>
        </p:nvSpPr>
        <p:spPr>
          <a:xfrm>
            <a:off x="3419275" y="321284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/>
          <p:nvPr>
            <p:ph hasCustomPrompt="1" idx="6" type="title"/>
          </p:nvPr>
        </p:nvSpPr>
        <p:spPr>
          <a:xfrm>
            <a:off x="6118550" y="1779523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/>
          <p:nvPr>
            <p:ph hasCustomPrompt="1" idx="7" type="title"/>
          </p:nvPr>
        </p:nvSpPr>
        <p:spPr>
          <a:xfrm>
            <a:off x="6118550" y="321284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/>
          <p:nvPr>
            <p:ph idx="1" type="subTitle"/>
          </p:nvPr>
        </p:nvSpPr>
        <p:spPr>
          <a:xfrm>
            <a:off x="720000" y="222712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8" type="subTitle"/>
          </p:nvPr>
        </p:nvSpPr>
        <p:spPr>
          <a:xfrm>
            <a:off x="3419275" y="222712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2" name="Google Shape;132;p13"/>
          <p:cNvSpPr txBox="1"/>
          <p:nvPr>
            <p:ph idx="9" type="subTitle"/>
          </p:nvPr>
        </p:nvSpPr>
        <p:spPr>
          <a:xfrm>
            <a:off x="6118550" y="222712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13" type="subTitle"/>
          </p:nvPr>
        </p:nvSpPr>
        <p:spPr>
          <a:xfrm>
            <a:off x="720000" y="36604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14" type="subTitle"/>
          </p:nvPr>
        </p:nvSpPr>
        <p:spPr>
          <a:xfrm>
            <a:off x="3419275" y="36604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5" type="subTitle"/>
          </p:nvPr>
        </p:nvSpPr>
        <p:spPr>
          <a:xfrm>
            <a:off x="6118550" y="36604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6" name="Google Shape;136;p13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" name="Google Shape;137;p13"/>
          <p:cNvGrpSpPr/>
          <p:nvPr/>
        </p:nvGrpSpPr>
        <p:grpSpPr>
          <a:xfrm rot="5400000">
            <a:off x="8589425" y="4564550"/>
            <a:ext cx="394125" cy="271800"/>
            <a:chOff x="215225" y="4734875"/>
            <a:chExt cx="394125" cy="271800"/>
          </a:xfrm>
        </p:grpSpPr>
        <p:sp>
          <p:nvSpPr>
            <p:cNvPr id="138" name="Google Shape;138;p13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13"/>
          <p:cNvGrpSpPr/>
          <p:nvPr/>
        </p:nvGrpSpPr>
        <p:grpSpPr>
          <a:xfrm>
            <a:off x="0" y="-8275"/>
            <a:ext cx="9152325" cy="5153700"/>
            <a:chOff x="0" y="-8275"/>
            <a:chExt cx="9152325" cy="5153700"/>
          </a:xfrm>
        </p:grpSpPr>
        <p:cxnSp>
          <p:nvCxnSpPr>
            <p:cNvPr id="141" name="Google Shape;141;p13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13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13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4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/>
          <p:nvPr/>
        </p:nvSpPr>
        <p:spPr>
          <a:xfrm>
            <a:off x="0" y="2395100"/>
            <a:ext cx="9144000" cy="275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14"/>
          <p:cNvGrpSpPr/>
          <p:nvPr/>
        </p:nvGrpSpPr>
        <p:grpSpPr>
          <a:xfrm>
            <a:off x="4374938" y="4739233"/>
            <a:ext cx="394125" cy="271800"/>
            <a:chOff x="215225" y="4734875"/>
            <a:chExt cx="394125" cy="271800"/>
          </a:xfrm>
        </p:grpSpPr>
        <p:sp>
          <p:nvSpPr>
            <p:cNvPr id="148" name="Google Shape;148;p14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" name="Google Shape;150;p14"/>
          <p:cNvGrpSpPr/>
          <p:nvPr/>
        </p:nvGrpSpPr>
        <p:grpSpPr>
          <a:xfrm>
            <a:off x="342700" y="-50"/>
            <a:ext cx="0" cy="5152250"/>
            <a:chOff x="8804325" y="-50"/>
            <a:chExt cx="0" cy="5152250"/>
          </a:xfrm>
        </p:grpSpPr>
        <p:cxnSp>
          <p:nvCxnSpPr>
            <p:cNvPr id="151" name="Google Shape;151;p14"/>
            <p:cNvCxnSpPr/>
            <p:nvPr/>
          </p:nvCxnSpPr>
          <p:spPr>
            <a:xfrm rot="10800000">
              <a:off x="8804325" y="2399100"/>
              <a:ext cx="0" cy="2753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14"/>
            <p:cNvCxnSpPr/>
            <p:nvPr/>
          </p:nvCxnSpPr>
          <p:spPr>
            <a:xfrm rot="10800000">
              <a:off x="8804325" y="-50"/>
              <a:ext cx="0" cy="2405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53" name="Google Shape;153;p14"/>
          <p:cNvCxnSpPr/>
          <p:nvPr/>
        </p:nvCxnSpPr>
        <p:spPr>
          <a:xfrm>
            <a:off x="-286075" y="534000"/>
            <a:ext cx="9896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p14"/>
          <p:cNvSpPr txBox="1"/>
          <p:nvPr>
            <p:ph hasCustomPrompt="1" type="title"/>
          </p:nvPr>
        </p:nvSpPr>
        <p:spPr>
          <a:xfrm>
            <a:off x="798388" y="274837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14"/>
          <p:cNvSpPr txBox="1"/>
          <p:nvPr>
            <p:ph idx="1" type="subTitle"/>
          </p:nvPr>
        </p:nvSpPr>
        <p:spPr>
          <a:xfrm>
            <a:off x="798388" y="3507297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4"/>
          <p:cNvSpPr txBox="1"/>
          <p:nvPr>
            <p:ph hasCustomPrompt="1" idx="2" type="title"/>
          </p:nvPr>
        </p:nvSpPr>
        <p:spPr>
          <a:xfrm>
            <a:off x="2825700" y="1037389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7" name="Google Shape;157;p14"/>
          <p:cNvSpPr txBox="1"/>
          <p:nvPr>
            <p:ph idx="3" type="subTitle"/>
          </p:nvPr>
        </p:nvSpPr>
        <p:spPr>
          <a:xfrm>
            <a:off x="2825700" y="1796301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" name="Google Shape;158;p14"/>
          <p:cNvSpPr txBox="1"/>
          <p:nvPr>
            <p:ph hasCustomPrompt="1" idx="4" type="title"/>
          </p:nvPr>
        </p:nvSpPr>
        <p:spPr>
          <a:xfrm>
            <a:off x="4853013" y="274837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9" name="Google Shape;159;p14"/>
          <p:cNvSpPr txBox="1"/>
          <p:nvPr>
            <p:ph idx="5" type="subTitle"/>
          </p:nvPr>
        </p:nvSpPr>
        <p:spPr>
          <a:xfrm>
            <a:off x="4853013" y="3507297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5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5"/>
          <p:cNvSpPr txBox="1"/>
          <p:nvPr>
            <p:ph type="title"/>
          </p:nvPr>
        </p:nvSpPr>
        <p:spPr>
          <a:xfrm>
            <a:off x="720000" y="823225"/>
            <a:ext cx="3123900" cy="61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3" name="Google Shape;163;p15"/>
          <p:cNvSpPr txBox="1"/>
          <p:nvPr>
            <p:ph idx="1" type="subTitle"/>
          </p:nvPr>
        </p:nvSpPr>
        <p:spPr>
          <a:xfrm>
            <a:off x="720000" y="1491175"/>
            <a:ext cx="31239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4" name="Google Shape;164;p15"/>
          <p:cNvSpPr/>
          <p:nvPr>
            <p:ph idx="2" type="pic"/>
          </p:nvPr>
        </p:nvSpPr>
        <p:spPr>
          <a:xfrm>
            <a:off x="6212050" y="535000"/>
            <a:ext cx="2216700" cy="41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5"/>
          <p:cNvSpPr/>
          <p:nvPr>
            <p:ph idx="3" type="pic"/>
          </p:nvPr>
        </p:nvSpPr>
        <p:spPr>
          <a:xfrm>
            <a:off x="715100" y="2701800"/>
            <a:ext cx="2541000" cy="193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5"/>
          <p:cNvSpPr/>
          <p:nvPr>
            <p:ph idx="4" type="pic"/>
          </p:nvPr>
        </p:nvSpPr>
        <p:spPr>
          <a:xfrm>
            <a:off x="3346050" y="2701775"/>
            <a:ext cx="2776200" cy="193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5"/>
          <p:cNvSpPr/>
          <p:nvPr>
            <p:ph idx="5" type="pic"/>
          </p:nvPr>
        </p:nvSpPr>
        <p:spPr>
          <a:xfrm>
            <a:off x="4386900" y="535000"/>
            <a:ext cx="1735200" cy="2064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5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" name="Google Shape;169;p15"/>
          <p:cNvGrpSpPr/>
          <p:nvPr/>
        </p:nvGrpSpPr>
        <p:grpSpPr>
          <a:xfrm>
            <a:off x="4374800" y="123825"/>
            <a:ext cx="394125" cy="271800"/>
            <a:chOff x="215225" y="4734875"/>
            <a:chExt cx="394125" cy="271800"/>
          </a:xfrm>
        </p:grpSpPr>
        <p:sp>
          <p:nvSpPr>
            <p:cNvPr id="170" name="Google Shape;170;p15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" name="Google Shape;172;p15"/>
          <p:cNvGrpSpPr/>
          <p:nvPr/>
        </p:nvGrpSpPr>
        <p:grpSpPr>
          <a:xfrm>
            <a:off x="0" y="-11550"/>
            <a:ext cx="9151800" cy="5156975"/>
            <a:chOff x="0" y="-11550"/>
            <a:chExt cx="9151800" cy="5156975"/>
          </a:xfrm>
        </p:grpSpPr>
        <p:cxnSp>
          <p:nvCxnSpPr>
            <p:cNvPr id="173" name="Google Shape;173;p15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74" name="Google Shape;174;p15"/>
            <p:cNvGrpSpPr/>
            <p:nvPr/>
          </p:nvGrpSpPr>
          <p:grpSpPr>
            <a:xfrm>
              <a:off x="343300" y="-11550"/>
              <a:ext cx="0" cy="5156975"/>
              <a:chOff x="343300" y="-11550"/>
              <a:chExt cx="0" cy="5156975"/>
            </a:xfrm>
          </p:grpSpPr>
          <p:cxnSp>
            <p:nvCxnSpPr>
              <p:cNvPr id="175" name="Google Shape;175;p15"/>
              <p:cNvCxnSpPr/>
              <p:nvPr/>
            </p:nvCxnSpPr>
            <p:spPr>
              <a:xfrm rot="10800000">
                <a:off x="343300" y="533225"/>
                <a:ext cx="0" cy="461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" name="Google Shape;176;p15"/>
              <p:cNvCxnSpPr/>
              <p:nvPr/>
            </p:nvCxnSpPr>
            <p:spPr>
              <a:xfrm rot="10800000">
                <a:off x="343300" y="-11550"/>
                <a:ext cx="0" cy="54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6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 txBox="1"/>
          <p:nvPr>
            <p:ph type="title"/>
          </p:nvPr>
        </p:nvSpPr>
        <p:spPr>
          <a:xfrm>
            <a:off x="887950" y="1339775"/>
            <a:ext cx="3309900" cy="109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0" name="Google Shape;180;p16"/>
          <p:cNvSpPr txBox="1"/>
          <p:nvPr>
            <p:ph idx="1" type="subTitle"/>
          </p:nvPr>
        </p:nvSpPr>
        <p:spPr>
          <a:xfrm>
            <a:off x="887950" y="2799325"/>
            <a:ext cx="3309900" cy="10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1" name="Google Shape;181;p16"/>
          <p:cNvSpPr/>
          <p:nvPr>
            <p:ph idx="2" type="pic"/>
          </p:nvPr>
        </p:nvSpPr>
        <p:spPr>
          <a:xfrm>
            <a:off x="5005812" y="820425"/>
            <a:ext cx="3250200" cy="3502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6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" name="Google Shape;183;p16"/>
          <p:cNvGrpSpPr/>
          <p:nvPr/>
        </p:nvGrpSpPr>
        <p:grpSpPr>
          <a:xfrm>
            <a:off x="343050" y="-14925"/>
            <a:ext cx="0" cy="5158500"/>
            <a:chOff x="343050" y="-14925"/>
            <a:chExt cx="0" cy="5158500"/>
          </a:xfrm>
        </p:grpSpPr>
        <p:cxnSp>
          <p:nvCxnSpPr>
            <p:cNvPr id="184" name="Google Shape;184;p16"/>
            <p:cNvCxnSpPr/>
            <p:nvPr/>
          </p:nvCxnSpPr>
          <p:spPr>
            <a:xfrm rot="10800000">
              <a:off x="343050" y="533475"/>
              <a:ext cx="0" cy="461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" name="Google Shape;185;p16"/>
            <p:cNvCxnSpPr/>
            <p:nvPr/>
          </p:nvCxnSpPr>
          <p:spPr>
            <a:xfrm rot="10800000">
              <a:off x="343050" y="-14925"/>
              <a:ext cx="0" cy="54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6" name="Google Shape;186;p16"/>
          <p:cNvGrpSpPr/>
          <p:nvPr/>
        </p:nvGrpSpPr>
        <p:grpSpPr>
          <a:xfrm>
            <a:off x="8603888" y="123825"/>
            <a:ext cx="394125" cy="271800"/>
            <a:chOff x="215225" y="4734875"/>
            <a:chExt cx="394125" cy="271800"/>
          </a:xfrm>
        </p:grpSpPr>
        <p:sp>
          <p:nvSpPr>
            <p:cNvPr id="187" name="Google Shape;187;p16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AND_BODY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7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2" name="Google Shape;192;p17"/>
          <p:cNvSpPr txBox="1"/>
          <p:nvPr>
            <p:ph idx="1" type="body"/>
          </p:nvPr>
        </p:nvSpPr>
        <p:spPr>
          <a:xfrm>
            <a:off x="720000" y="1152475"/>
            <a:ext cx="7704000" cy="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3" name="Google Shape;193;p17"/>
          <p:cNvSpPr/>
          <p:nvPr/>
        </p:nvSpPr>
        <p:spPr>
          <a:xfrm flipH="1">
            <a:off x="1926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" name="Google Shape;194;p17"/>
          <p:cNvGrpSpPr/>
          <p:nvPr/>
        </p:nvGrpSpPr>
        <p:grpSpPr>
          <a:xfrm flipH="1" rot="-5400000">
            <a:off x="162316" y="595490"/>
            <a:ext cx="394125" cy="271746"/>
            <a:chOff x="215225" y="4734875"/>
            <a:chExt cx="394125" cy="271800"/>
          </a:xfrm>
        </p:grpSpPr>
        <p:sp>
          <p:nvSpPr>
            <p:cNvPr id="195" name="Google Shape;195;p17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" name="Google Shape;197;p17"/>
          <p:cNvGrpSpPr/>
          <p:nvPr/>
        </p:nvGrpSpPr>
        <p:grpSpPr>
          <a:xfrm>
            <a:off x="973" y="-8375"/>
            <a:ext cx="9143739" cy="5152800"/>
            <a:chOff x="973" y="-8375"/>
            <a:chExt cx="9143739" cy="5152800"/>
          </a:xfrm>
        </p:grpSpPr>
        <p:cxnSp>
          <p:nvCxnSpPr>
            <p:cNvPr id="198" name="Google Shape;198;p17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7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17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8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8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4" name="Google Shape;204;p18"/>
          <p:cNvSpPr txBox="1"/>
          <p:nvPr>
            <p:ph idx="1" type="subTitle"/>
          </p:nvPr>
        </p:nvSpPr>
        <p:spPr>
          <a:xfrm>
            <a:off x="715100" y="1137550"/>
            <a:ext cx="77040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5" name="Google Shape;205;p18"/>
          <p:cNvSpPr txBox="1"/>
          <p:nvPr>
            <p:ph idx="2" type="subTitle"/>
          </p:nvPr>
        </p:nvSpPr>
        <p:spPr>
          <a:xfrm>
            <a:off x="715100" y="2135050"/>
            <a:ext cx="7704000" cy="14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6" name="Google Shape;206;p18"/>
          <p:cNvSpPr txBox="1"/>
          <p:nvPr>
            <p:ph idx="3" type="subTitle"/>
          </p:nvPr>
        </p:nvSpPr>
        <p:spPr>
          <a:xfrm>
            <a:off x="715100" y="3611160"/>
            <a:ext cx="77040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p18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" name="Google Shape;208;p18"/>
          <p:cNvGrpSpPr/>
          <p:nvPr/>
        </p:nvGrpSpPr>
        <p:grpSpPr>
          <a:xfrm rot="5400000">
            <a:off x="8589425" y="4564550"/>
            <a:ext cx="394125" cy="271800"/>
            <a:chOff x="215225" y="4734875"/>
            <a:chExt cx="394125" cy="271800"/>
          </a:xfrm>
        </p:grpSpPr>
        <p:sp>
          <p:nvSpPr>
            <p:cNvPr id="209" name="Google Shape;209;p18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8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" name="Google Shape;211;p18"/>
          <p:cNvGrpSpPr/>
          <p:nvPr/>
        </p:nvGrpSpPr>
        <p:grpSpPr>
          <a:xfrm>
            <a:off x="0" y="-8275"/>
            <a:ext cx="9152325" cy="5153700"/>
            <a:chOff x="0" y="-8275"/>
            <a:chExt cx="9152325" cy="5153700"/>
          </a:xfrm>
        </p:grpSpPr>
        <p:cxnSp>
          <p:nvCxnSpPr>
            <p:cNvPr id="212" name="Google Shape;212;p18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" name="Google Shape;213;p18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" name="Google Shape;214;p18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9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8" name="Google Shape;218;p19"/>
          <p:cNvSpPr txBox="1"/>
          <p:nvPr>
            <p:ph idx="1" type="subTitle"/>
          </p:nvPr>
        </p:nvSpPr>
        <p:spPr>
          <a:xfrm>
            <a:off x="824075" y="2421750"/>
            <a:ext cx="2243400" cy="17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9" name="Google Shape;219;p19"/>
          <p:cNvSpPr txBox="1"/>
          <p:nvPr>
            <p:ph idx="2" type="subTitle"/>
          </p:nvPr>
        </p:nvSpPr>
        <p:spPr>
          <a:xfrm>
            <a:off x="3450365" y="2421750"/>
            <a:ext cx="2243400" cy="17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0" name="Google Shape;220;p19"/>
          <p:cNvSpPr txBox="1"/>
          <p:nvPr>
            <p:ph idx="3" type="subTitle"/>
          </p:nvPr>
        </p:nvSpPr>
        <p:spPr>
          <a:xfrm>
            <a:off x="6076661" y="2421750"/>
            <a:ext cx="2243400" cy="17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1" name="Google Shape;221;p19"/>
          <p:cNvSpPr txBox="1"/>
          <p:nvPr>
            <p:ph idx="4" type="subTitle"/>
          </p:nvPr>
        </p:nvSpPr>
        <p:spPr>
          <a:xfrm>
            <a:off x="824075" y="1806675"/>
            <a:ext cx="22434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2" name="Google Shape;222;p19"/>
          <p:cNvSpPr txBox="1"/>
          <p:nvPr>
            <p:ph idx="5" type="subTitle"/>
          </p:nvPr>
        </p:nvSpPr>
        <p:spPr>
          <a:xfrm>
            <a:off x="3450368" y="1806676"/>
            <a:ext cx="22434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3" name="Google Shape;223;p19"/>
          <p:cNvSpPr txBox="1"/>
          <p:nvPr>
            <p:ph idx="6" type="subTitle"/>
          </p:nvPr>
        </p:nvSpPr>
        <p:spPr>
          <a:xfrm>
            <a:off x="6076661" y="1806675"/>
            <a:ext cx="22434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4" name="Google Shape;224;p19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" name="Google Shape;225;p19"/>
          <p:cNvGrpSpPr/>
          <p:nvPr/>
        </p:nvGrpSpPr>
        <p:grpSpPr>
          <a:xfrm>
            <a:off x="4374800" y="123825"/>
            <a:ext cx="394125" cy="271800"/>
            <a:chOff x="215225" y="4734875"/>
            <a:chExt cx="394125" cy="271800"/>
          </a:xfrm>
        </p:grpSpPr>
        <p:sp>
          <p:nvSpPr>
            <p:cNvPr id="226" name="Google Shape;226;p19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" name="Google Shape;228;p19"/>
          <p:cNvGrpSpPr/>
          <p:nvPr/>
        </p:nvGrpSpPr>
        <p:grpSpPr>
          <a:xfrm>
            <a:off x="0" y="-11550"/>
            <a:ext cx="9151800" cy="5156975"/>
            <a:chOff x="0" y="-11550"/>
            <a:chExt cx="9151800" cy="5156975"/>
          </a:xfrm>
        </p:grpSpPr>
        <p:cxnSp>
          <p:nvCxnSpPr>
            <p:cNvPr id="229" name="Google Shape;229;p19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30" name="Google Shape;230;p19"/>
            <p:cNvGrpSpPr/>
            <p:nvPr/>
          </p:nvGrpSpPr>
          <p:grpSpPr>
            <a:xfrm>
              <a:off x="343300" y="-11550"/>
              <a:ext cx="0" cy="5156975"/>
              <a:chOff x="343300" y="-11550"/>
              <a:chExt cx="0" cy="5156975"/>
            </a:xfrm>
          </p:grpSpPr>
          <p:cxnSp>
            <p:nvCxnSpPr>
              <p:cNvPr id="231" name="Google Shape;231;p19"/>
              <p:cNvCxnSpPr/>
              <p:nvPr/>
            </p:nvCxnSpPr>
            <p:spPr>
              <a:xfrm rot="10800000">
                <a:off x="343300" y="533225"/>
                <a:ext cx="0" cy="461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" name="Google Shape;232;p19"/>
              <p:cNvCxnSpPr/>
              <p:nvPr/>
            </p:nvCxnSpPr>
            <p:spPr>
              <a:xfrm rot="10800000">
                <a:off x="343300" y="-11550"/>
                <a:ext cx="0" cy="546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0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6" name="Google Shape;236;p20"/>
          <p:cNvSpPr txBox="1"/>
          <p:nvPr>
            <p:ph idx="1" type="subTitle"/>
          </p:nvPr>
        </p:nvSpPr>
        <p:spPr>
          <a:xfrm>
            <a:off x="1163725" y="1230275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2" type="subTitle"/>
          </p:nvPr>
        </p:nvSpPr>
        <p:spPr>
          <a:xfrm>
            <a:off x="1163726" y="1756175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3" type="subTitle"/>
          </p:nvPr>
        </p:nvSpPr>
        <p:spPr>
          <a:xfrm>
            <a:off x="5013252" y="1756175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9" name="Google Shape;239;p20"/>
          <p:cNvSpPr txBox="1"/>
          <p:nvPr>
            <p:ph idx="4" type="subTitle"/>
          </p:nvPr>
        </p:nvSpPr>
        <p:spPr>
          <a:xfrm>
            <a:off x="1163726" y="3504500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20"/>
          <p:cNvSpPr txBox="1"/>
          <p:nvPr>
            <p:ph idx="5" type="subTitle"/>
          </p:nvPr>
        </p:nvSpPr>
        <p:spPr>
          <a:xfrm>
            <a:off x="5013252" y="3504500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1" name="Google Shape;241;p20"/>
          <p:cNvSpPr txBox="1"/>
          <p:nvPr>
            <p:ph idx="6" type="subTitle"/>
          </p:nvPr>
        </p:nvSpPr>
        <p:spPr>
          <a:xfrm>
            <a:off x="1163725" y="2978600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7" type="subTitle"/>
          </p:nvPr>
        </p:nvSpPr>
        <p:spPr>
          <a:xfrm>
            <a:off x="5013250" y="1230275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8" type="subTitle"/>
          </p:nvPr>
        </p:nvSpPr>
        <p:spPr>
          <a:xfrm>
            <a:off x="5013250" y="2978600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4" name="Google Shape;244;p20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" name="Google Shape;245;p20"/>
          <p:cNvGrpSpPr/>
          <p:nvPr/>
        </p:nvGrpSpPr>
        <p:grpSpPr>
          <a:xfrm rot="5400000">
            <a:off x="8589425" y="202025"/>
            <a:ext cx="394125" cy="271800"/>
            <a:chOff x="215225" y="4734875"/>
            <a:chExt cx="394125" cy="271800"/>
          </a:xfrm>
        </p:grpSpPr>
        <p:sp>
          <p:nvSpPr>
            <p:cNvPr id="246" name="Google Shape;246;p20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" name="Google Shape;248;p20"/>
          <p:cNvGrpSpPr/>
          <p:nvPr/>
        </p:nvGrpSpPr>
        <p:grpSpPr>
          <a:xfrm>
            <a:off x="0" y="-8275"/>
            <a:ext cx="9201825" cy="5153700"/>
            <a:chOff x="0" y="-8275"/>
            <a:chExt cx="9201825" cy="5153700"/>
          </a:xfrm>
        </p:grpSpPr>
        <p:grpSp>
          <p:nvGrpSpPr>
            <p:cNvPr id="249" name="Google Shape;249;p20"/>
            <p:cNvGrpSpPr/>
            <p:nvPr/>
          </p:nvGrpSpPr>
          <p:grpSpPr>
            <a:xfrm>
              <a:off x="0" y="4897525"/>
              <a:ext cx="9201825" cy="0"/>
              <a:chOff x="0" y="4897525"/>
              <a:chExt cx="9201825" cy="0"/>
            </a:xfrm>
          </p:grpSpPr>
          <p:cxnSp>
            <p:nvCxnSpPr>
              <p:cNvPr id="250" name="Google Shape;250;p20"/>
              <p:cNvCxnSpPr/>
              <p:nvPr/>
            </p:nvCxnSpPr>
            <p:spPr>
              <a:xfrm>
                <a:off x="0" y="4897525"/>
                <a:ext cx="8445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" name="Google Shape;251;p20"/>
              <p:cNvCxnSpPr/>
              <p:nvPr/>
            </p:nvCxnSpPr>
            <p:spPr>
              <a:xfrm>
                <a:off x="8428125" y="4897525"/>
                <a:ext cx="773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52" name="Google Shape;252;p20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1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6" name="Google Shape;256;p21"/>
          <p:cNvSpPr txBox="1"/>
          <p:nvPr>
            <p:ph idx="1" type="subTitle"/>
          </p:nvPr>
        </p:nvSpPr>
        <p:spPr>
          <a:xfrm>
            <a:off x="720000" y="1756186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7" name="Google Shape;257;p21"/>
          <p:cNvSpPr txBox="1"/>
          <p:nvPr>
            <p:ph idx="2" type="subTitle"/>
          </p:nvPr>
        </p:nvSpPr>
        <p:spPr>
          <a:xfrm>
            <a:off x="3579000" y="1756186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8" name="Google Shape;258;p21"/>
          <p:cNvSpPr txBox="1"/>
          <p:nvPr>
            <p:ph idx="3" type="subTitle"/>
          </p:nvPr>
        </p:nvSpPr>
        <p:spPr>
          <a:xfrm>
            <a:off x="720000" y="3504500"/>
            <a:ext cx="1993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9" name="Google Shape;259;p21"/>
          <p:cNvSpPr txBox="1"/>
          <p:nvPr>
            <p:ph idx="4" type="subTitle"/>
          </p:nvPr>
        </p:nvSpPr>
        <p:spPr>
          <a:xfrm>
            <a:off x="3579000" y="3504500"/>
            <a:ext cx="19782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21"/>
          <p:cNvSpPr txBox="1"/>
          <p:nvPr>
            <p:ph idx="5" type="subTitle"/>
          </p:nvPr>
        </p:nvSpPr>
        <p:spPr>
          <a:xfrm>
            <a:off x="6437997" y="1756186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" name="Google Shape;261;p21"/>
          <p:cNvSpPr txBox="1"/>
          <p:nvPr>
            <p:ph idx="6" type="subTitle"/>
          </p:nvPr>
        </p:nvSpPr>
        <p:spPr>
          <a:xfrm>
            <a:off x="6438000" y="35045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21"/>
          <p:cNvSpPr txBox="1"/>
          <p:nvPr>
            <p:ph idx="7" type="subTitle"/>
          </p:nvPr>
        </p:nvSpPr>
        <p:spPr>
          <a:xfrm>
            <a:off x="723900" y="1230275"/>
            <a:ext cx="19860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3" name="Google Shape;263;p21"/>
          <p:cNvSpPr txBox="1"/>
          <p:nvPr>
            <p:ph idx="8" type="subTitle"/>
          </p:nvPr>
        </p:nvSpPr>
        <p:spPr>
          <a:xfrm>
            <a:off x="3582900" y="1230275"/>
            <a:ext cx="19860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4" name="Google Shape;264;p21"/>
          <p:cNvSpPr txBox="1"/>
          <p:nvPr>
            <p:ph idx="9" type="subTitle"/>
          </p:nvPr>
        </p:nvSpPr>
        <p:spPr>
          <a:xfrm>
            <a:off x="6441900" y="1230275"/>
            <a:ext cx="19860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5" name="Google Shape;265;p21"/>
          <p:cNvSpPr txBox="1"/>
          <p:nvPr>
            <p:ph idx="13" type="subTitle"/>
          </p:nvPr>
        </p:nvSpPr>
        <p:spPr>
          <a:xfrm>
            <a:off x="723900" y="2978600"/>
            <a:ext cx="19860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6" name="Google Shape;266;p21"/>
          <p:cNvSpPr txBox="1"/>
          <p:nvPr>
            <p:ph idx="14" type="subTitle"/>
          </p:nvPr>
        </p:nvSpPr>
        <p:spPr>
          <a:xfrm>
            <a:off x="3582900" y="2978600"/>
            <a:ext cx="19860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7" name="Google Shape;267;p21"/>
          <p:cNvSpPr txBox="1"/>
          <p:nvPr>
            <p:ph idx="15" type="subTitle"/>
          </p:nvPr>
        </p:nvSpPr>
        <p:spPr>
          <a:xfrm>
            <a:off x="6441900" y="2978600"/>
            <a:ext cx="19860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8" name="Google Shape;268;p21"/>
          <p:cNvSpPr/>
          <p:nvPr/>
        </p:nvSpPr>
        <p:spPr>
          <a:xfrm>
            <a:off x="0" y="4608500"/>
            <a:ext cx="9144000" cy="5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9" name="Google Shape;269;p21"/>
          <p:cNvGrpSpPr/>
          <p:nvPr/>
        </p:nvGrpSpPr>
        <p:grpSpPr>
          <a:xfrm>
            <a:off x="4374925" y="4740200"/>
            <a:ext cx="394125" cy="271800"/>
            <a:chOff x="215225" y="4734875"/>
            <a:chExt cx="394125" cy="271800"/>
          </a:xfrm>
        </p:grpSpPr>
        <p:sp>
          <p:nvSpPr>
            <p:cNvPr id="270" name="Google Shape;270;p21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1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" name="Google Shape;272;p21"/>
          <p:cNvGrpSpPr/>
          <p:nvPr/>
        </p:nvGrpSpPr>
        <p:grpSpPr>
          <a:xfrm>
            <a:off x="-6303" y="-673"/>
            <a:ext cx="9170700" cy="5161600"/>
            <a:chOff x="-6303" y="-673"/>
            <a:chExt cx="9170700" cy="5161600"/>
          </a:xfrm>
        </p:grpSpPr>
        <p:grpSp>
          <p:nvGrpSpPr>
            <p:cNvPr id="273" name="Google Shape;273;p21"/>
            <p:cNvGrpSpPr/>
            <p:nvPr/>
          </p:nvGrpSpPr>
          <p:grpSpPr>
            <a:xfrm>
              <a:off x="8800938" y="-673"/>
              <a:ext cx="13" cy="5161600"/>
              <a:chOff x="8800938" y="-18025"/>
              <a:chExt cx="13" cy="5161600"/>
            </a:xfrm>
          </p:grpSpPr>
          <p:cxnSp>
            <p:nvCxnSpPr>
              <p:cNvPr id="274" name="Google Shape;274;p21"/>
              <p:cNvCxnSpPr/>
              <p:nvPr/>
            </p:nvCxnSpPr>
            <p:spPr>
              <a:xfrm rot="10800000">
                <a:off x="8800950" y="-18025"/>
                <a:ext cx="0" cy="461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" name="Google Shape;275;p21"/>
              <p:cNvCxnSpPr/>
              <p:nvPr/>
            </p:nvCxnSpPr>
            <p:spPr>
              <a:xfrm rot="10800000">
                <a:off x="8800938" y="4590975"/>
                <a:ext cx="0" cy="55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76" name="Google Shape;276;p21"/>
            <p:cNvCxnSpPr/>
            <p:nvPr/>
          </p:nvCxnSpPr>
          <p:spPr>
            <a:xfrm>
              <a:off x="-6303" y="251525"/>
              <a:ext cx="9170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2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0" name="Google Shape;280;p22"/>
          <p:cNvSpPr/>
          <p:nvPr/>
        </p:nvSpPr>
        <p:spPr>
          <a:xfrm>
            <a:off x="0" y="4608500"/>
            <a:ext cx="9144000" cy="5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1" name="Google Shape;281;p22"/>
          <p:cNvGrpSpPr/>
          <p:nvPr/>
        </p:nvGrpSpPr>
        <p:grpSpPr>
          <a:xfrm>
            <a:off x="4374925" y="4740200"/>
            <a:ext cx="394125" cy="271800"/>
            <a:chOff x="215225" y="4734875"/>
            <a:chExt cx="394125" cy="271800"/>
          </a:xfrm>
        </p:grpSpPr>
        <p:sp>
          <p:nvSpPr>
            <p:cNvPr id="282" name="Google Shape;282;p22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" name="Google Shape;284;p22"/>
          <p:cNvGrpSpPr/>
          <p:nvPr/>
        </p:nvGrpSpPr>
        <p:grpSpPr>
          <a:xfrm>
            <a:off x="-6303" y="-673"/>
            <a:ext cx="9170700" cy="5161600"/>
            <a:chOff x="-6303" y="-673"/>
            <a:chExt cx="9170700" cy="5161600"/>
          </a:xfrm>
        </p:grpSpPr>
        <p:grpSp>
          <p:nvGrpSpPr>
            <p:cNvPr id="285" name="Google Shape;285;p22"/>
            <p:cNvGrpSpPr/>
            <p:nvPr/>
          </p:nvGrpSpPr>
          <p:grpSpPr>
            <a:xfrm>
              <a:off x="8800938" y="-673"/>
              <a:ext cx="13" cy="5161600"/>
              <a:chOff x="8800938" y="-18025"/>
              <a:chExt cx="13" cy="5161600"/>
            </a:xfrm>
          </p:grpSpPr>
          <p:cxnSp>
            <p:nvCxnSpPr>
              <p:cNvPr id="286" name="Google Shape;286;p22"/>
              <p:cNvCxnSpPr/>
              <p:nvPr/>
            </p:nvCxnSpPr>
            <p:spPr>
              <a:xfrm rot="10800000">
                <a:off x="8800950" y="-18025"/>
                <a:ext cx="0" cy="461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" name="Google Shape;287;p22"/>
              <p:cNvCxnSpPr/>
              <p:nvPr/>
            </p:nvCxnSpPr>
            <p:spPr>
              <a:xfrm rot="10800000">
                <a:off x="8800938" y="4590975"/>
                <a:ext cx="0" cy="55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88" name="Google Shape;288;p22"/>
            <p:cNvCxnSpPr/>
            <p:nvPr/>
          </p:nvCxnSpPr>
          <p:spPr>
            <a:xfrm>
              <a:off x="-6303" y="251525"/>
              <a:ext cx="9170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3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2" name="Google Shape;292;p23"/>
          <p:cNvSpPr/>
          <p:nvPr/>
        </p:nvSpPr>
        <p:spPr>
          <a:xfrm flipH="1">
            <a:off x="1926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3" name="Google Shape;293;p23"/>
          <p:cNvGrpSpPr/>
          <p:nvPr/>
        </p:nvGrpSpPr>
        <p:grpSpPr>
          <a:xfrm flipH="1" rot="-5400000">
            <a:off x="162316" y="2435865"/>
            <a:ext cx="394125" cy="271746"/>
            <a:chOff x="215225" y="4734875"/>
            <a:chExt cx="394125" cy="271800"/>
          </a:xfrm>
        </p:grpSpPr>
        <p:sp>
          <p:nvSpPr>
            <p:cNvPr id="294" name="Google Shape;294;p23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3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" name="Google Shape;296;p23"/>
          <p:cNvGrpSpPr/>
          <p:nvPr/>
        </p:nvGrpSpPr>
        <p:grpSpPr>
          <a:xfrm>
            <a:off x="973" y="-8375"/>
            <a:ext cx="9143739" cy="5152800"/>
            <a:chOff x="973" y="-8375"/>
            <a:chExt cx="9143739" cy="5152800"/>
          </a:xfrm>
        </p:grpSpPr>
        <p:cxnSp>
          <p:nvCxnSpPr>
            <p:cNvPr id="297" name="Google Shape;297;p23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23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23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4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4"/>
          <p:cNvSpPr/>
          <p:nvPr/>
        </p:nvSpPr>
        <p:spPr>
          <a:xfrm>
            <a:off x="0" y="0"/>
            <a:ext cx="4153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3" name="Google Shape;303;p24"/>
          <p:cNvGrpSpPr/>
          <p:nvPr/>
        </p:nvGrpSpPr>
        <p:grpSpPr>
          <a:xfrm>
            <a:off x="-44825" y="535513"/>
            <a:ext cx="9247000" cy="13"/>
            <a:chOff x="-44825" y="535513"/>
            <a:chExt cx="9247000" cy="13"/>
          </a:xfrm>
        </p:grpSpPr>
        <p:cxnSp>
          <p:nvCxnSpPr>
            <p:cNvPr id="304" name="Google Shape;304;p24"/>
            <p:cNvCxnSpPr/>
            <p:nvPr/>
          </p:nvCxnSpPr>
          <p:spPr>
            <a:xfrm>
              <a:off x="-44825" y="535513"/>
              <a:ext cx="41985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" name="Google Shape;305;p24"/>
            <p:cNvCxnSpPr/>
            <p:nvPr/>
          </p:nvCxnSpPr>
          <p:spPr>
            <a:xfrm>
              <a:off x="4153775" y="535525"/>
              <a:ext cx="5048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6" name="Google Shape;306;p24"/>
          <p:cNvSpPr txBox="1"/>
          <p:nvPr>
            <p:ph type="ctrTitle"/>
          </p:nvPr>
        </p:nvSpPr>
        <p:spPr>
          <a:xfrm>
            <a:off x="4915200" y="862150"/>
            <a:ext cx="35136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7" name="Google Shape;307;p24"/>
          <p:cNvSpPr txBox="1"/>
          <p:nvPr>
            <p:ph idx="1" type="subTitle"/>
          </p:nvPr>
        </p:nvSpPr>
        <p:spPr>
          <a:xfrm>
            <a:off x="4915275" y="1820675"/>
            <a:ext cx="3513600" cy="9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8" name="Google Shape;308;p24"/>
          <p:cNvSpPr txBox="1"/>
          <p:nvPr/>
        </p:nvSpPr>
        <p:spPr>
          <a:xfrm>
            <a:off x="4915263" y="3329950"/>
            <a:ext cx="351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CREDITS:</a:t>
            </a:r>
            <a:r>
              <a:rPr lang="pt-PT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This presentation template was created by </a:t>
            </a:r>
            <a:r>
              <a:rPr b="1" lang="pt-PT" sz="1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pt-PT" sz="1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b="1" lang="pt-PT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pt-PT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and includes icons by </a:t>
            </a:r>
            <a:r>
              <a:rPr b="1" lang="pt-PT" sz="1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pt-PT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pt-PT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and infographics &amp; images by </a:t>
            </a:r>
            <a:r>
              <a:rPr b="1" lang="pt-PT" sz="1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highlight>
                <a:srgbClr val="DFDEFC"/>
              </a:highlight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5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5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2" name="Google Shape;312;p25"/>
          <p:cNvGrpSpPr/>
          <p:nvPr/>
        </p:nvGrpSpPr>
        <p:grpSpPr>
          <a:xfrm>
            <a:off x="0" y="-14925"/>
            <a:ext cx="9151800" cy="5158500"/>
            <a:chOff x="0" y="-14925"/>
            <a:chExt cx="9151800" cy="5158500"/>
          </a:xfrm>
        </p:grpSpPr>
        <p:cxnSp>
          <p:nvCxnSpPr>
            <p:cNvPr id="313" name="Google Shape;313;p25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4" name="Google Shape;314;p25"/>
            <p:cNvCxnSpPr/>
            <p:nvPr/>
          </p:nvCxnSpPr>
          <p:spPr>
            <a:xfrm rot="10800000">
              <a:off x="343050" y="533475"/>
              <a:ext cx="0" cy="461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5" name="Google Shape;315;p25"/>
            <p:cNvCxnSpPr/>
            <p:nvPr/>
          </p:nvCxnSpPr>
          <p:spPr>
            <a:xfrm rot="10800000">
              <a:off x="343050" y="-14925"/>
              <a:ext cx="0" cy="54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16" name="Google Shape;316;p25"/>
          <p:cNvGrpSpPr/>
          <p:nvPr/>
        </p:nvGrpSpPr>
        <p:grpSpPr>
          <a:xfrm>
            <a:off x="8603888" y="123825"/>
            <a:ext cx="394125" cy="271800"/>
            <a:chOff x="215225" y="4734875"/>
            <a:chExt cx="394125" cy="271800"/>
          </a:xfrm>
        </p:grpSpPr>
        <p:sp>
          <p:nvSpPr>
            <p:cNvPr id="317" name="Google Shape;317;p25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5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6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6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2" name="Google Shape;322;p26"/>
          <p:cNvGrpSpPr/>
          <p:nvPr/>
        </p:nvGrpSpPr>
        <p:grpSpPr>
          <a:xfrm rot="5400000">
            <a:off x="8589425" y="4564550"/>
            <a:ext cx="394125" cy="271800"/>
            <a:chOff x="215225" y="4734875"/>
            <a:chExt cx="394125" cy="271800"/>
          </a:xfrm>
        </p:grpSpPr>
        <p:sp>
          <p:nvSpPr>
            <p:cNvPr id="323" name="Google Shape;323;p26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5" name="Google Shape;325;p26"/>
          <p:cNvGrpSpPr/>
          <p:nvPr/>
        </p:nvGrpSpPr>
        <p:grpSpPr>
          <a:xfrm>
            <a:off x="0" y="-8275"/>
            <a:ext cx="9152325" cy="5153700"/>
            <a:chOff x="0" y="-8275"/>
            <a:chExt cx="9152325" cy="5153700"/>
          </a:xfrm>
        </p:grpSpPr>
        <p:cxnSp>
          <p:nvCxnSpPr>
            <p:cNvPr id="326" name="Google Shape;326;p26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26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26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Text"/>
              <a:buNone/>
              <a:defRPr sz="30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3" name="Google Shape;333;p27"/>
          <p:cNvCxnSpPr/>
          <p:nvPr/>
        </p:nvCxnSpPr>
        <p:spPr>
          <a:xfrm>
            <a:off x="-286075" y="3152400"/>
            <a:ext cx="9896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27"/>
          <p:cNvSpPr txBox="1"/>
          <p:nvPr>
            <p:ph type="ctrTitle"/>
          </p:nvPr>
        </p:nvSpPr>
        <p:spPr>
          <a:xfrm>
            <a:off x="715100" y="1012438"/>
            <a:ext cx="6251100" cy="157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CivicEcho - A03</a:t>
            </a:r>
            <a:endParaRPr/>
          </a:p>
        </p:txBody>
      </p:sp>
      <p:sp>
        <p:nvSpPr>
          <p:cNvPr id="335" name="Google Shape;335;p27"/>
          <p:cNvSpPr txBox="1"/>
          <p:nvPr>
            <p:ph idx="1" type="subTitle"/>
          </p:nvPr>
        </p:nvSpPr>
        <p:spPr>
          <a:xfrm>
            <a:off x="5998725" y="3358125"/>
            <a:ext cx="25071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In</a:t>
            </a:r>
            <a:r>
              <a:rPr lang="pt-PT"/>
              <a:t>ês Alves, 107157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Diogo Rodrigues, 106147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Luca Dallalana, 106378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/>
          <p:nvPr>
            <p:ph type="title"/>
          </p:nvPr>
        </p:nvSpPr>
        <p:spPr>
          <a:xfrm>
            <a:off x="0" y="1478800"/>
            <a:ext cx="8800500" cy="16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Secure Document Format</a:t>
            </a:r>
            <a:endParaRPr/>
          </a:p>
        </p:txBody>
      </p:sp>
      <p:sp>
        <p:nvSpPr>
          <p:cNvPr id="341" name="Google Shape;341;p28"/>
          <p:cNvSpPr txBox="1"/>
          <p:nvPr>
            <p:ph idx="2" type="title"/>
          </p:nvPr>
        </p:nvSpPr>
        <p:spPr>
          <a:xfrm>
            <a:off x="715100" y="535000"/>
            <a:ext cx="1117500" cy="9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01</a:t>
            </a:r>
            <a:endParaRPr/>
          </a:p>
        </p:txBody>
      </p:sp>
      <p:cxnSp>
        <p:nvCxnSpPr>
          <p:cNvPr id="342" name="Google Shape;342;p28"/>
          <p:cNvCxnSpPr/>
          <p:nvPr/>
        </p:nvCxnSpPr>
        <p:spPr>
          <a:xfrm>
            <a:off x="-286075" y="3152400"/>
            <a:ext cx="989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"/>
          <p:cNvSpPr txBox="1"/>
          <p:nvPr>
            <p:ph idx="4" type="subTitle"/>
          </p:nvPr>
        </p:nvSpPr>
        <p:spPr>
          <a:xfrm>
            <a:off x="2593650" y="128250"/>
            <a:ext cx="3956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600"/>
              <a:t>Secure Document Format</a:t>
            </a:r>
            <a:endParaRPr sz="2600"/>
          </a:p>
        </p:txBody>
      </p:sp>
      <p:sp>
        <p:nvSpPr>
          <p:cNvPr id="348" name="Google Shape;348;p29"/>
          <p:cNvSpPr txBox="1"/>
          <p:nvPr>
            <p:ph idx="1" type="subTitle"/>
          </p:nvPr>
        </p:nvSpPr>
        <p:spPr>
          <a:xfrm>
            <a:off x="4638475" y="2424675"/>
            <a:ext cx="3956700" cy="2293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  {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    "ciphered": "base64_encrypted_content",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    "iv": "base64_initialization_vector",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    "aad": {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      "timestamp": "report_timestamp",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      "location": "report_location",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      “operation”: “CREATE/READ”,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      “token”: “token + signature”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    },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    "key": "base64_rsa_encrypted_aes_key"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  }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9"/>
          <p:cNvSpPr txBox="1"/>
          <p:nvPr>
            <p:ph idx="2" type="subTitle"/>
          </p:nvPr>
        </p:nvSpPr>
        <p:spPr>
          <a:xfrm>
            <a:off x="1013825" y="918375"/>
            <a:ext cx="4950000" cy="15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PT" sz="1600"/>
              <a:t>Hybrid encryption (AES-GCM + RSA)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PT" sz="1600"/>
              <a:t>Confidentiality and integrity by design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PT" sz="1600"/>
              <a:t>Authenticated metadata (AAD)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PT" sz="1600"/>
              <a:t>Anonymity preserved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0"/>
          <p:cNvSpPr txBox="1"/>
          <p:nvPr>
            <p:ph type="title"/>
          </p:nvPr>
        </p:nvSpPr>
        <p:spPr>
          <a:xfrm>
            <a:off x="0" y="1478800"/>
            <a:ext cx="8800500" cy="16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Built Infrastructure (Cybersecurity View)</a:t>
            </a:r>
            <a:endParaRPr/>
          </a:p>
        </p:txBody>
      </p:sp>
      <p:sp>
        <p:nvSpPr>
          <p:cNvPr id="355" name="Google Shape;355;p30"/>
          <p:cNvSpPr txBox="1"/>
          <p:nvPr>
            <p:ph idx="2" type="title"/>
          </p:nvPr>
        </p:nvSpPr>
        <p:spPr>
          <a:xfrm>
            <a:off x="715100" y="535000"/>
            <a:ext cx="1117500" cy="9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02</a:t>
            </a:r>
            <a:endParaRPr/>
          </a:p>
        </p:txBody>
      </p:sp>
      <p:cxnSp>
        <p:nvCxnSpPr>
          <p:cNvPr id="356" name="Google Shape;356;p30"/>
          <p:cNvCxnSpPr/>
          <p:nvPr/>
        </p:nvCxnSpPr>
        <p:spPr>
          <a:xfrm>
            <a:off x="-286075" y="3152400"/>
            <a:ext cx="989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"/>
          <p:cNvSpPr txBox="1"/>
          <p:nvPr/>
        </p:nvSpPr>
        <p:spPr>
          <a:xfrm>
            <a:off x="3007500" y="412704"/>
            <a:ext cx="57927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Char char="●"/>
            </a:pPr>
            <a:r>
              <a:rPr lang="pt-PT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Segmented network (3 subnets)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Char char="●"/>
            </a:pPr>
            <a:r>
              <a:rPr lang="pt-PT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DMZ + internal isolation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Char char="●"/>
            </a:pPr>
            <a:r>
              <a:rPr lang="pt-PT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Default-deny firewalls and p</a:t>
            </a:r>
            <a:r>
              <a:rPr lang="pt-PT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rotection against DoS attacks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Char char="●"/>
            </a:pPr>
            <a:r>
              <a:rPr lang="pt-PT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Minimal database exposure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362" name="Google Shape;362;p31" title="network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137" y="1907972"/>
            <a:ext cx="7633725" cy="2605453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>
            <p:ph idx="4294967295" type="subTitle"/>
          </p:nvPr>
        </p:nvSpPr>
        <p:spPr>
          <a:xfrm>
            <a:off x="0" y="256050"/>
            <a:ext cx="3161400" cy="152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/>
              <a:t>Built Infrastructure</a:t>
            </a:r>
            <a:endParaRPr b="1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2"/>
          <p:cNvSpPr txBox="1"/>
          <p:nvPr>
            <p:ph type="title"/>
          </p:nvPr>
        </p:nvSpPr>
        <p:spPr>
          <a:xfrm>
            <a:off x="0" y="1478800"/>
            <a:ext cx="8800500" cy="16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Secure Channels and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Key Distribution</a:t>
            </a:r>
            <a:endParaRPr/>
          </a:p>
        </p:txBody>
      </p:sp>
      <p:sp>
        <p:nvSpPr>
          <p:cNvPr id="369" name="Google Shape;369;p32"/>
          <p:cNvSpPr txBox="1"/>
          <p:nvPr>
            <p:ph idx="2" type="title"/>
          </p:nvPr>
        </p:nvSpPr>
        <p:spPr>
          <a:xfrm>
            <a:off x="715100" y="535000"/>
            <a:ext cx="1117500" cy="9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03</a:t>
            </a:r>
            <a:endParaRPr/>
          </a:p>
        </p:txBody>
      </p:sp>
      <p:cxnSp>
        <p:nvCxnSpPr>
          <p:cNvPr id="370" name="Google Shape;370;p32"/>
          <p:cNvCxnSpPr/>
          <p:nvPr/>
        </p:nvCxnSpPr>
        <p:spPr>
          <a:xfrm>
            <a:off x="-286075" y="3152400"/>
            <a:ext cx="989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1287900" y="445025"/>
            <a:ext cx="656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Secure Channels and Key Distribution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3"/>
          <p:cNvSpPr txBox="1"/>
          <p:nvPr>
            <p:ph idx="15" type="subTitle"/>
          </p:nvPr>
        </p:nvSpPr>
        <p:spPr>
          <a:xfrm>
            <a:off x="1151250" y="1213950"/>
            <a:ext cx="6841500" cy="27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PT"/>
              <a:t>TLS 1.3 everywhere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PT"/>
              <a:t>cipher suite - TLS_AES_128_GCM_SHA256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PT"/>
              <a:t>Certificate Authority rooted at Authentication Server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PT"/>
              <a:t>Mutual authentication, except in login process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PT"/>
              <a:t>Provides: confidentiality, authentication and non-repudiation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type="title"/>
          </p:nvPr>
        </p:nvSpPr>
        <p:spPr>
          <a:xfrm>
            <a:off x="1399450" y="2099850"/>
            <a:ext cx="7392000" cy="9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4700"/>
              <a:t>Security Challenge</a:t>
            </a:r>
            <a:endParaRPr sz="47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4"/>
          <p:cNvSpPr txBox="1"/>
          <p:nvPr>
            <p:ph idx="2" type="title"/>
          </p:nvPr>
        </p:nvSpPr>
        <p:spPr>
          <a:xfrm>
            <a:off x="715100" y="535000"/>
            <a:ext cx="1117500" cy="9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04</a:t>
            </a:r>
            <a:endParaRPr/>
          </a:p>
        </p:txBody>
      </p:sp>
      <p:cxnSp>
        <p:nvCxnSpPr>
          <p:cNvPr id="383" name="Google Shape;383;p34"/>
          <p:cNvCxnSpPr/>
          <p:nvPr/>
        </p:nvCxnSpPr>
        <p:spPr>
          <a:xfrm>
            <a:off x="-322425" y="3143300"/>
            <a:ext cx="989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5"/>
          <p:cNvSpPr txBox="1"/>
          <p:nvPr>
            <p:ph idx="4294967295" type="subTitle"/>
          </p:nvPr>
        </p:nvSpPr>
        <p:spPr>
          <a:xfrm>
            <a:off x="3034050" y="368341"/>
            <a:ext cx="30759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/>
              <a:t>Security Challenge</a:t>
            </a:r>
            <a:endParaRPr b="1" sz="2400"/>
          </a:p>
        </p:txBody>
      </p:sp>
      <p:pic>
        <p:nvPicPr>
          <p:cNvPr id="389" name="Google Shape;389;p35" title="toke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8951" y="1153338"/>
            <a:ext cx="5606098" cy="283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6"/>
          <p:cNvSpPr txBox="1"/>
          <p:nvPr/>
        </p:nvSpPr>
        <p:spPr>
          <a:xfrm>
            <a:off x="1306800" y="1296300"/>
            <a:ext cx="6530400" cy="25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Char char="●"/>
            </a:pPr>
            <a:r>
              <a:rPr lang="pt-PT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Write Token: random 256-bits, expiration time and citizen’s municipality. (Single-use)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Char char="●"/>
            </a:pPr>
            <a:r>
              <a:rPr lang="pt-PT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Read Token: random 256-bits and citizen’s municipality. (Eternal)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Char char="●"/>
            </a:pPr>
            <a:r>
              <a:rPr lang="pt-PT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Signed by Authentication Server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Char char="●"/>
            </a:pPr>
            <a:r>
              <a:rPr lang="pt-PT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Verified by Centralized Party 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Char char="●"/>
            </a:pPr>
            <a:r>
              <a:rPr lang="pt-PT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Replay and spam prevention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Char char="●"/>
            </a:pPr>
            <a:r>
              <a:rPr lang="pt-PT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Location-bound authorization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95" name="Google Shape;395;p36"/>
          <p:cNvSpPr txBox="1"/>
          <p:nvPr>
            <p:ph idx="4294967295" type="subTitle"/>
          </p:nvPr>
        </p:nvSpPr>
        <p:spPr>
          <a:xfrm>
            <a:off x="3034050" y="368341"/>
            <a:ext cx="30759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/>
              <a:t>Security Challenge</a:t>
            </a:r>
            <a:endParaRPr b="1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7"/>
          <p:cNvSpPr txBox="1"/>
          <p:nvPr>
            <p:ph type="title"/>
          </p:nvPr>
        </p:nvSpPr>
        <p:spPr>
          <a:xfrm>
            <a:off x="2090125" y="1536425"/>
            <a:ext cx="6610500" cy="15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4700"/>
              <a:t>Main Results and Security Guarantees</a:t>
            </a:r>
            <a:endParaRPr sz="47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7"/>
          <p:cNvSpPr txBox="1"/>
          <p:nvPr>
            <p:ph idx="2" type="title"/>
          </p:nvPr>
        </p:nvSpPr>
        <p:spPr>
          <a:xfrm>
            <a:off x="715100" y="535000"/>
            <a:ext cx="1117500" cy="9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05</a:t>
            </a:r>
            <a:endParaRPr/>
          </a:p>
        </p:txBody>
      </p:sp>
      <p:cxnSp>
        <p:nvCxnSpPr>
          <p:cNvPr id="402" name="Google Shape;402;p37"/>
          <p:cNvCxnSpPr/>
          <p:nvPr/>
        </p:nvCxnSpPr>
        <p:spPr>
          <a:xfrm>
            <a:off x="-322425" y="3143300"/>
            <a:ext cx="989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8"/>
          <p:cNvSpPr txBox="1"/>
          <p:nvPr>
            <p:ph type="title"/>
          </p:nvPr>
        </p:nvSpPr>
        <p:spPr>
          <a:xfrm>
            <a:off x="1305000" y="445025"/>
            <a:ext cx="65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Main Results and Security Guarantees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8"/>
          <p:cNvSpPr txBox="1"/>
          <p:nvPr>
            <p:ph idx="15" type="subTitle"/>
          </p:nvPr>
        </p:nvSpPr>
        <p:spPr>
          <a:xfrm>
            <a:off x="2163750" y="1457000"/>
            <a:ext cx="4816500" cy="284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PT"/>
              <a:t>Confidentiality end-to-end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PT"/>
              <a:t>Strong anonymity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PT"/>
              <a:t>Integrity and non-repudiation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PT"/>
              <a:t>Attacker model validated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PT"/>
              <a:t>Future work - misinformation detection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legant and Clean Case Report by Slidesgo">
  <a:themeElements>
    <a:clrScheme name="Simple Light">
      <a:dk1>
        <a:srgbClr val="092F53"/>
      </a:dk1>
      <a:lt1>
        <a:srgbClr val="EBEBEB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F5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